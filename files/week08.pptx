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8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7793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8 週｜跨世代與多元文化溝通倫理
開場：回顧上週重點，說明本週在課程架構中的位置。
本週核心訊息：包容不是忍耐差異，而是讓差異能被說出來。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逐項朗讀學習目標，請學生在課末自評達成程度。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重點講授：多世代共事之道
1. X 世代：重視自主與結果，習慣層級與正式管道
2. Y 世代：重視意義與回饋，期待參與決策過程
3. Z 世代：數位原生，重視即時、透明與工作生活界線
4. 差異來自成長環境，不是能力或態度的優劣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重點講授：DEI：多元、平等與包容
1. Diversity 多元：組成成員的差異
2. Equity 平等：依需求給予不同支持，而非齊頭式對待
3. Inclusion 包容：差異者能安全發言並被真正採納
4. 台灣職場的常見面向：性別、世代、國籍與母語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重點講授：衝突降溫的溝通技巧
1. 先處理情緒，再處理事情
2. 用描述取代評價：「我觀察到⋯」而非「你總是⋯」
3. 確認理解：複述對方立場之後再回應
4. 把分歧放回共同目標之下討論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活動：世代對話演練
1. 三人一組，扮演不同世代同事討論加班安排
2. 使用描述性語言重寫一次衝突對白
3. 全班收斂：哪些語句降溫，哪些語句升溫
收尾時請點名 2 至 3 組分享，並連結到本週的課後討論題。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提醒學生：本週訓練的能力對應課程整體的三力架構，並會在期末成果展演中被檢視。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課後討論題：當與年資比你長許多的主管在工作溝通上有世代隔閡時，你認為最有效的溝通策略是什麼？
請學生於下次上課前於學習平台繳交 200 字以內回應。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職場倫理與溝通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823960" y="502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93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115 學年度第 1 學期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275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704088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0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34640" y="1371600"/>
            <a:ext cx="8732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跨世代與多元文化溝通倫理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834640" y="2816352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Cross-Generational and Multicultural Communication Ethics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3182112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Đạo đức giao tiếp đa thế hệ và đa văn hóa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34640" y="3977640"/>
            <a:ext cx="8732520" cy="1234440"/>
          </a:xfrm>
          <a:prstGeom prst="roundRect">
            <a:avLst>
              <a:gd name="adj" fmla="val 5926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108960" y="4160520"/>
            <a:ext cx="8183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模組二：企業文化與組織適應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4480560"/>
            <a:ext cx="8183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包容不是忍耐差異，而是讓差異能被說出來。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B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Workplace Ethics and Communication  ·  Đạo đức và Giao tiếp nơi làm việc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模組二：企業文化與組織適應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本週學習目標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học tập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60120" y="2372868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6012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2221992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 X、Y、Z 世代的職場價值差異與其成因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383280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960120" y="3680460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60120" y="3680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3529584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應用 DEI 原則檢視日常互動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4690872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960120" y="4988052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60120" y="49880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4837176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以情緒管理技巧處理文化與世代衝突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模組二：企業文化與組織適應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多世代共事之道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Across Generations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việc giữa các thế hệ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886968" y="235000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88696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2916936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世代：重視自主與結果，習慣層級與正式管道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40780" y="2075688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6533388" y="235000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53338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3388" y="2916936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世代：重視意義與回饋，期待參與決策過程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4306824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886968" y="458114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886968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968" y="5148072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Z 世代：數位原生，重視即時、透明與工作生活界線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40780" y="4306824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6533388" y="458114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533388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3388" y="5148072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差異來自成長環境，不是能力或態度的優劣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模組二：企業文化與組織適應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DEI：多元、平等與包容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Diversity, Equity, Inclusion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Đa dạng, Công bằng, Hòa nhập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4825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14400" y="235915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14400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213969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Diversity 多元：組成成員的差異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323697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E9F0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914400" y="354787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332841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Equity 平等：依需求給予不同支持，而非齊頭式對待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442569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914400" y="473659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14400" y="4736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451713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Inclusion 包容：差異者能安全發言並被真正採納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561441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E9F0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14400" y="592531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914400" y="5925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54480" y="570585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台灣職場的常見面向：性別、世代、國籍與母語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模組二：企業文化與組織適應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衝突降溫的溝通技巧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De-escalation Techniques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Kỹ thuật hạ nhiệt xung đột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48256"/>
            <a:ext cx="3246120" cy="4297680"/>
          </a:xfrm>
          <a:prstGeom prst="roundRect">
            <a:avLst>
              <a:gd name="adj" fmla="val 2254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14400" y="230428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E5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7673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8FA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  ·  Khái niệm cốt lõi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544568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包容不是忍耐差異，而是讓差異能被說出來。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06240" y="234086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206240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2048256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先處理情緒，再處理事情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206240" y="344728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20624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73168" y="3154680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用描述取代評價：「我觀察到⋯」而非「你總是⋯」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206240" y="4553712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20624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73168" y="4261104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確認理解：複述對方立場之後再回應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206240" y="5660136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4206240" y="5660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3168" y="5367528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把分歧放回共同目標之下討論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模組二：企業文化與組織適應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課堂活動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In-Class Activity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Hoạt động trên lớp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984248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60120" y="19842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世代對話演練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08026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208026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三人一組，扮演不同世代同事討論加班安排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4340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582930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582930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使用描述性語言重寫一次衝突對白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9244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957834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957834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6676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全班收斂：哪些語句降溫，哪些語句升溫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58247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建議時間：40 分鐘（個人 10 分鐘 · 小組 20 分鐘 · 全班收斂 10 分鐘）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模組二：企業文化與組織適應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能力培育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Competency Development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 triển năng lực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121408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60120" y="2532888"/>
            <a:ext cx="868680" cy="8686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60120" y="25328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3584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理解力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39684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同理不同背景同事的價值觀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2121408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6629400" y="2532888"/>
            <a:ext cx="868680" cy="8686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629400" y="25328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629400" y="3584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溝通力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29400" y="39684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進行跨世代的溝通對話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94360" y="5614416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三力整合：理解力（輸入）→ 創造力（轉化）→ 溝通力（輸出）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模組二：企業文化與組織適應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課後討論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Question</a:t>
            </a:r>
            <a:r>
              <a:rPr lang="en-US" sz="1150" dirty="0">
                <a:solidFill>
                  <a:srgbClr val="6E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 thảo luận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10972800" cy="2743200"/>
          </a:xfrm>
          <a:prstGeom prst="roundRect">
            <a:avLst>
              <a:gd name="adj" fmla="val 2667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097280" y="2304288"/>
            <a:ext cx="9966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當與年資比你長許多的主管在工作溝通上有世代隔閡時，你認為最有效的溝通策略是什麼？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51206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本週核心訊息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5440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包容不是忍耐差異，而是讓差異能被說出來。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507</Words>
  <Application>Microsoft Office PowerPoint</Application>
  <PresentationFormat>寬螢幕</PresentationFormat>
  <Paragraphs>106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1" baseType="lpstr">
      <vt:lpstr>Microsoft JhengHei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職場倫理與溝通｜第 8 週</dc:title>
  <dc:subject>PptxGenJS Presentation</dc:subject>
  <dc:creator>敏實科技大學 餐飲管理系</dc:creator>
  <cp:lastModifiedBy>玉山 劉</cp:lastModifiedBy>
  <cp:revision>1</cp:revision>
  <dcterms:created xsi:type="dcterms:W3CDTF">2026-08-25T05:14:20Z</dcterms:created>
  <dcterms:modified xsi:type="dcterms:W3CDTF">2026-08-25T10:52:03Z</dcterms:modified>
</cp:coreProperties>
</file>