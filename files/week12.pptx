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56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週｜職場高效說服與提案演練
開場：回顧上週重點，說明本週在課程架構中的位置。
本週核心訊息：沒有行動請求的提案，只是報告。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重點講授：PREP 簡報結構
1. Point 結論：先講你希望對方接受什麼
2. Reason 理由：說明這個結論為什麼成立
3. Example 例證：用數據或案例支撐
4. Point 重申：回到結論並提出明確的行動請求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重點講授：克服異議的談判技巧
1. 異議通常來自風險、成本或既有利益受損
2. 先複述異議再回應，證明你確實聽懂了
3. 承認限制比否認限制更有說服力
4. 準備一個「最小可行版本」作為退路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重點講授：提案節奏與現場應對
1. 三分鐘結構：30 秒結論、90 秒論證、60 秒行動
2. 被當場質疑時先停頓再回應，避免防衛語氣
3. 不知道就說不知道，並承諾回覆的時間
4. 收尾必須有明確的下一步與負責人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活動：三分鐘提案演練
1. 個人依 PREP 撰寫講稿，限時三分鐘
2. 同組提出兩個異議，講者現場回應
3. 以檢核表互評：結論是否先行、是否有行動請求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課後討論題：當你提出一個創新的想法卻遭到部門主管當場質疑時，你會如何運用 PREP 結構現場回應？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職場高效說服與提案演練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Persuasion and Proposal Practice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Thuyết phục hiệu quả và luyện tập đề xuất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沒有行動請求的提案，只是報告。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PREP 結構組織口頭回應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預先辨識並回應常見的異議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完成一次三分鐘的提案演練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PREP 簡報結構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PREP Structure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PREP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Point 結論：先講你希望對方接受什麼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 理由：說明這個結論為什麼成立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Example 例證：用數據或案例支撐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Point 重申：回到結論並提出明確的行動請求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克服異議的談判技巧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Objections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phản đối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異議通常來自風險、成本或既有利益受損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先複述異議再回應，證明你確實聽懂了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承認限制比否認限制更有說服力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準備一個「最小可行版本」作為退路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提案節奏與現場應對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Live Response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Nhịp độ và ứng đối tại chỗ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沒有行動請求的提案，只是報告。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三分鐘結構：30 秒結論、90 秒論證、60 秒行動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被當場質疑時先停頓再回應，避免防衛語氣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不知道就說不知道，並承諾回覆的時間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收尾必須有明確的下一步與負責人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三分鐘提案演練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個人依 PREP 撰寫講稿，限時三分鐘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同組提出兩個異議，講者現場回應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以檢核表互評：結論是否先行、是否有行動請求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建立邏輯嚴密的提案結構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具高說服力的簡報表達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當你提出一個創新的想法卻遭到部門主管當場質疑時，你會如何運用 PREP 結構現場回應？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沒有行動請求的提案，只是報告。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466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12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2026-08-25T10:50:37Z</dcterms:modified>
</cp:coreProperties>
</file>