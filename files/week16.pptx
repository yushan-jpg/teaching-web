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51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16 週｜AI 時代的職場資訊倫理與數位素養
開場：回顧上週重點，說明本週在課程架構中的位置。
本週核心訊息：你可以把工作交給 AI，但責任交不出去。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重點講授：使用 AI 的倫理邊界
1. 資安：公司內部資料不應輸入外部服務
2. 版權：訓練資料與產出的權利歸屬仍具爭議
3. 揭露：以 AI 協助完成的工作應主動說明
4. 學術與職場的引用規範必須一併遵守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重點講授：幻覺過濾與批判性思考
1. 生成式模型會產出流暢但錯誤的內容
2. 高風險項目：數據、法條、引文、人名與日期
3. 查證原則：回到一手來源，而不是問另一個 AI
4. 越專業的領域，越需要專家覆核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重點講授：數位足跡與隱私保護
1. 社群發言、留言與照片都是長期可查的紀錄
2. 求職前自我搜尋，檢視公開可見的內容
3. 個資最小揭露原則：只提供必要的資訊
4. 公司裝置與個人帳號應確實分離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活動：幻覺獵人
1. 各組取得一段由 AI 產出的內容
2. 逐句標記：可直接採用、需查證、明顯錯誤
3. 回報最容易被忽略的錯誤類型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課後討論題：在工作中使用 AI 處理公司內部資料時，可能面臨哪些資安與倫理風險？企業該如何制定明確的規範？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時代的職場資訊倫理與數位素養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Ethics and Digital Literacy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Đạo đức thông tin và năng lực số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你可以把工作交給 AI，但責任交不出去。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辨識使用 AI 時的資安與版權風險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過濾 AI 幻覺並建立查證習慣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保護個人數位足跡與隱私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AI 的倫理邊界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Boundaries of AI Use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Ranh giới đạo đức khi dùng AI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資安：公司內部資料不應輸入外部服務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版權：訓練資料與產出的權利歸屬仍具爭議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揭露：以 AI 協助完成的工作應主動說明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學術與職場的引用規範必須一併遵守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幻覺過濾與批判性思考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Hallucinations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thông tin sai lệch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生成式模型會產出流暢但錯誤的內容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高風險項目：數據、法條、引文、人名與日期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查證原則：回到一手來源，而不是問另一個 AI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越專業的領域，越需要專家覆核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數位足跡與隱私保護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Footprint and Privacy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chân số và quyền riêng tư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你可以把工作交給 AI，但責任交不出去。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社群發言、留言與照片都是長期可查的紀錄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求職前自我搜尋，檢視公開可見的內容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個資最小揭露原則：只提供必要的資訊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公司裝置與個人帳號應確實分離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幻覺獵人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各組取得一段由 AI 產出的內容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逐句標記：可直接採用、需查證、明顯錯誤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回報最容易被忽略的錯誤類型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 AI 產出資訊的真偽與風險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建立安全且合規的個人知識庫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在工作中使用 AI 處理公司內部資料時，可能面臨哪些資安與倫理風險？企業該如何制定明確的規範？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你可以把工作交給 AI，但責任交不出去。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16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2026-08-25T10:59:05Z</dcterms:modified>
</cp:coreProperties>
</file>