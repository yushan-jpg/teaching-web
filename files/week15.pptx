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0" d="100"/>
          <a:sy n="50" d="100"/>
        </p:scale>
        <p:origin x="8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35689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 15 週｜AI 工具賦能——從 Prompt 工程到知識整合
開場：回顧上週重點，說明本週在課程架構中的位置。
本週核心訊息：提問的品質，決定產出的品質。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逐項朗讀學習目標，請學生在課末自評達成程度。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重點講授：精準提問的邏輯
1. 四個要素：角色、任務、限制、輸出格式
2. 提供範例往往比描述規則更有效
3. 一次處理一個任務，複雜任務必須拆解
4. 模糊的提問只會得到模糊的答案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重點講授：迭代與追問
1. 第一次產出視為草稿，而非成品
2. 用追問收斂：請它說明理由、列出前提、指出弱點
3. 提供回饋而非重新開始，以保留脈絡
4. 記錄有效的提問模板，重複使用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重點講授：從產出到個人知識
1. AI 的產出必須經過理解，才算是你的知識
2. 三步驟：產生初稿、查證來源、以自己的話重寫
3. 建立個人知識庫，累積可重複使用的素材
4. 檢驗標準：你能不能不看稿把它講清楚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活動：提問改寫工作坊
1. 各組提出一個模糊的提問，實際測試其產出
2. 依四要素改寫後再測一次，比較兩者差異
3. 整理出一份組內共用的提問模板
收尾時請點名 2 至 3 組分享，並連結到本週的課後討論題。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提醒學生：本週訓練的能力對應課程整體的三力架構，並會在期末成果展演中被檢視。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課後討論題：請分享一次你使用 AI 工具解決複雜問題的經驗，你如何透過調整提問讓 AI 給出更好的解答？
請學生於下次上課前於學習平台繳交 200 字以內回應。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職場倫理與溝通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823960" y="502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7A93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115 學年度第 1 學期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325880"/>
            <a:ext cx="21945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0" b="1" dirty="0">
                <a:solidFill>
                  <a:srgbClr val="275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8800" dirty="0"/>
          </a:p>
        </p:txBody>
      </p:sp>
      <p:sp>
        <p:nvSpPr>
          <p:cNvPr id="5" name="Text 3"/>
          <p:cNvSpPr/>
          <p:nvPr/>
        </p:nvSpPr>
        <p:spPr>
          <a:xfrm>
            <a:off x="704088" y="26974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B07D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2834640" y="1371600"/>
            <a:ext cx="8732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4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工具賦能——從 Prompt 工程到知識整合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2834640" y="281635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Prompt Design to Knowledge Integration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834640" y="3182112"/>
            <a:ext cx="8732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thiết kế câu lệnh đến tích hợp tri thức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834640" y="3977640"/>
            <a:ext cx="8732520" cy="1234440"/>
          </a:xfrm>
          <a:prstGeom prst="roundRect">
            <a:avLst>
              <a:gd name="adj" fmla="val 5926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108960" y="4160520"/>
            <a:ext cx="8183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108960" y="4480560"/>
            <a:ext cx="8183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提問的品質，決定產出的品質。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7B9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Workplace Ethics and Communication  ·  Đạo đức và Giao tiếp nơi làm việc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本週學習目標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Objectives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tiêu học tập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372868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3728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600200" y="2221992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運用結構化提問提升 AI 產出的品質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383280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60120" y="3680460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60120" y="36804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600200" y="3529584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使用 AI 進行資料彙整與邏輯梳理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690872"/>
            <a:ext cx="10972800" cy="1051560"/>
          </a:xfrm>
          <a:prstGeom prst="roundRect">
            <a:avLst>
              <a:gd name="adj" fmla="val 5217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60120" y="4988052"/>
            <a:ext cx="457200" cy="45720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60120" y="49880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600200" y="4837176"/>
            <a:ext cx="9601200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設計屬於自己的 AI 助手工作流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精準提問的邏輯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Logic of Precise Prompting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của câu lệnh chính xác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88696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88696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8696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四個要素：角色、任務、限制、輸出格式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40780" y="2075688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533388" y="235000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6533388" y="2350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3388" y="2916936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提供範例往往比描述規則更有效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9436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88696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88696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8696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一次處理一個任務，複雜任務必須拆解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240780" y="4306824"/>
            <a:ext cx="5326380" cy="1938528"/>
          </a:xfrm>
          <a:prstGeom prst="roundRect">
            <a:avLst>
              <a:gd name="adj" fmla="val 2830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6533388" y="458114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6533388" y="4581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33388" y="5148072"/>
            <a:ext cx="474116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模糊的提問只會得到模糊的答案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迭代與追問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Iteration and Follow-up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Lặp lại và truy vấn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14400" y="235915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14400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54480" y="213969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第一次產出視為草稿，而非成品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94360" y="323697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914400" y="354787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332841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用追問收斂：請它說明理由、列出前提、指出弱點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42569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Shape 13"/>
          <p:cNvSpPr/>
          <p:nvPr/>
        </p:nvSpPr>
        <p:spPr>
          <a:xfrm>
            <a:off x="914400" y="473659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14400" y="47365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54480" y="451713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提供回饋而非重新開始，以保留脈絡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94360" y="5614416"/>
            <a:ext cx="10972800" cy="1024128"/>
          </a:xfrm>
          <a:prstGeom prst="roundRect">
            <a:avLst>
              <a:gd name="adj" fmla="val 4464"/>
            </a:avLst>
          </a:prstGeom>
          <a:solidFill>
            <a:srgbClr val="E9F0F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914400" y="5925312"/>
            <a:ext cx="402336" cy="402336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925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554480" y="5705856"/>
            <a:ext cx="9646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記錄有效的提問模板，重複使用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從產出到個人知識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Output to Knowledge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kết quả đến tri thức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48256"/>
            <a:ext cx="3246120" cy="4297680"/>
          </a:xfrm>
          <a:prstGeom prst="roundRect">
            <a:avLst>
              <a:gd name="adj" fmla="val 2254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14400" y="2304288"/>
            <a:ext cx="2606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2E5A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914400" y="3383280"/>
            <a:ext cx="2606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核心概念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767328"/>
            <a:ext cx="2606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00"/>
              </a:lnSpc>
              <a:buNone/>
            </a:pPr>
            <a:r>
              <a:rPr lang="en-US" sz="1100" dirty="0">
                <a:solidFill>
                  <a:srgbClr val="8FA9B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Concept  ·  Khái niệm cốt lõi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4544568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200"/>
              </a:lnSpc>
              <a:buNone/>
            </a:pPr>
            <a:r>
              <a:rPr lang="en-US" sz="135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提問的品質，決定產出的品質。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206240" y="2340864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206240" y="2340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73168" y="2048256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的產出必須經過理解，才算是你的知識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4206240" y="3447288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4206240" y="3447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73168" y="3154680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三步驟：產生初稿、查證來源、以自己的話重寫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4206240" y="4553712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4206240" y="45537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73168" y="4261104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建立個人知識庫，累積可重複使用的素材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206240" y="5660136"/>
            <a:ext cx="384048" cy="384048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4206240" y="56601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773168" y="5367528"/>
            <a:ext cx="6793992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4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檢驗標準：你能不能不看稿把它講清楚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課堂活動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In-Class Activity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Hoạt động trên lớp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1984248"/>
            <a:ext cx="10972800" cy="713232"/>
          </a:xfrm>
          <a:prstGeom prst="roundRect">
            <a:avLst>
              <a:gd name="adj" fmla="val 7692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960120" y="1984248"/>
            <a:ext cx="102412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提問改寫工作坊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59436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208026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208026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6868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各組提出一個模糊的提問，實際測試其產出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34340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582930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582930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依四要素改寫後再測一次，比較兩者差異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092440" y="2990088"/>
            <a:ext cx="3474720" cy="2606040"/>
          </a:xfrm>
          <a:prstGeom prst="roundRect">
            <a:avLst>
              <a:gd name="adj" fmla="val 2105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9578340" y="3310128"/>
            <a:ext cx="502920" cy="502920"/>
          </a:xfrm>
          <a:prstGeom prst="ellipse">
            <a:avLst/>
          </a:prstGeom>
          <a:solidFill>
            <a:srgbClr val="B07D4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9578340" y="33101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8366760" y="3995928"/>
            <a:ext cx="2926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40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整理出一份組內共用的提問模板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4360" y="582472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建議時間：40 分鐘（個人 10 分鐘 · 小組 20 分鐘 · 全班收斂 10 分鐘）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能力培育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Competency Development</a:t>
            </a:r>
            <a:r>
              <a:rPr lang="en-US" sz="1150" dirty="0">
                <a:solidFill>
                  <a:srgbClr val="A8B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5E71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Phát triển năng lực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96012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96012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6012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理解力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96012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精準定義問題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2121408"/>
            <a:ext cx="5303520" cy="3246120"/>
          </a:xfrm>
          <a:prstGeom prst="roundRect">
            <a:avLst>
              <a:gd name="adj" fmla="val 2254"/>
            </a:avLst>
          </a:prstGeom>
          <a:solidFill>
            <a:srgbClr val="F3F7FA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29400" y="2532888"/>
            <a:ext cx="868680" cy="868680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6629400" y="2532888"/>
            <a:ext cx="868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629400" y="358444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創造力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629400" y="3968496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dirty="0">
                <a:solidFill>
                  <a:srgbClr val="1C2A3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人機共創高品質產出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594360" y="5614416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718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三力整合：理解力（輸入）→ 創造力（轉化）→ 溝通力（輸出）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29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模組四：AI 時代的能力升級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555480" y="2926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kern="0" spc="100" dirty="0">
                <a:solidFill>
                  <a:srgbClr val="9FB4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658368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課後討論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94360" y="1243584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Discussion Question</a:t>
            </a:r>
            <a:r>
              <a:rPr lang="en-US" sz="1150" dirty="0">
                <a:solidFill>
                  <a:srgbClr val="6E8A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|   </a:t>
            </a:r>
            <a:r>
              <a:rPr lang="en-US" sz="1150" i="1" dirty="0">
                <a:solidFill>
                  <a:srgbClr val="A9C0D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Câu hỏi thảo luận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94360" y="2075688"/>
            <a:ext cx="10972800" cy="2743200"/>
          </a:xfrm>
          <a:prstGeom prst="roundRect">
            <a:avLst>
              <a:gd name="adj" fmla="val 2667"/>
            </a:avLst>
          </a:prstGeom>
          <a:solidFill>
            <a:srgbClr val="1B3A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1097280" y="2304288"/>
            <a:ext cx="9966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請分享一次你使用 AI 工具解決複雜問題的經驗，你如何透過調整提問讓 AI 給出更好的解答？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94360" y="5120640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D4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本週核心訊息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544068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i="1" dirty="0">
                <a:solidFill>
                  <a:srgbClr val="D6E4E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提問的品質，決定產出的品質。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490</Words>
  <Application>Microsoft Office PowerPoint</Application>
  <PresentationFormat>寬螢幕</PresentationFormat>
  <Paragraphs>106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2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1" baseType="lpstr">
      <vt:lpstr>Microsoft JhengHei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職場倫理與溝通｜第 15 週</dc:title>
  <dc:subject>PptxGenJS Presentation</dc:subject>
  <dc:creator>敏實科技大學 餐飲管理系</dc:creator>
  <cp:lastModifiedBy>玉山 劉</cp:lastModifiedBy>
  <cp:revision>1</cp:revision>
  <dcterms:created xsi:type="dcterms:W3CDTF">2026-08-25T05:35:51Z</dcterms:created>
  <dcterms:modified xsi:type="dcterms:W3CDTF">2026-08-25T10:58:22Z</dcterms:modified>
</cp:coreProperties>
</file>