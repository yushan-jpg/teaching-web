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066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週｜高效績效管理與目標設定（SMART 與 OKR）
開場：回顧上週重點，說明本週在課程架構中的位置。
本週核心訊息：沒有衡量方式的目標，只是願望。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重點講授：SMART 原則：讓目標可被檢驗
1. Specific 具體：對象、範圍與動作明確
2. Measurable 可衡量：有數字或可觀察的完成訊號
3. Achievable 可達成：以現有資源推算是否可行
4. Relevant 相關、Time-bound 有期限：對齊上位目標並設定截止日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重點講授：OKR：目標與關鍵結果
1. O（Objective）：定性、指出方向、具鼓舞性
2. KR（Key Results）：定量、可驗證，通常 2 至 4 項
3. KPI 衡量既有職責的健康度；OKR 推動改變與突破
4. 對齊原則：個人 OKR 應可回溯到部門與組織目標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重點講授：時間管理與優先順序矩陣
1. 艾森豪矩陣：以重要與緊急劃分四個象限
2. 多數人困在「緊急但不重要」，壓縮了第二象限
3. 為重要但不緊急的事預先排入行事曆（時間箱）
4. 每週檢視：完成的事是否真的推進了 KR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活動：本課程 OKR 實作
1. 個人撰寫一個 Objective 與 3 個 Key Results
2. 同儕檢核：KR 是否可量化、是否能在期末被驗證
3. 修訂後留存，第 9 週期中回顧時使用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課後討論題：請嘗試為自己本學期的「職場倫理與溝通」課程，制定一份包含 3 個關鍵結果（KR）的 OKR。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高效績效管理與目標設定（SMART 與 OKR）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Management and Goal Setting (SMART &amp; OKR)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hiệu suất và thiết lập mục tiêu (SMART &amp; OKR)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沒有衡量方式的目標，只是願望。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SMART 原則將模糊目標轉為可執行指標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 OKR 的結構，以及它與 KPI 的差異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使用優先順序矩陣安排每週工作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SMART 原則：讓目標可被檢驗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— Making Goals Verifiable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SMART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Specific 具體：對象、範圍與動作明確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Measurable 可衡量：有數字或可觀察的完成訊號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Achievable 可達成：以現有資源推算是否可行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Relevant 相關、Time-bound 有期限：對齊上位目標並設定截止日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OKR：目標與關鍵結果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— Objectives and Key Results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— Mục tiêu và Kết quả then chốt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O（Objective）：定性、指出方向、具鼓舞性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KR（Key Results）：定量、可驗證，通常 2 至 4 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衡量既有職責的健康度；OKR 推動改變與突破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對齊原則：個人 OKR 應可回溯到部門與組織目標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時間管理與優先順序矩陣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 and Prioritization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thời gian và ưu tiên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沒有衡量方式的目標，只是願望。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艾森豪矩陣：以重要與緊急劃分四個象限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多數人困在「緊急但不重要」，壓縮了第二象限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為重要但不緊急的事預先排入行事曆（時間箱）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每週檢視：完成的事是否真的推進了 KR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 OKR 實作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個人撰寫一個 Objective 與 3 個 Key Results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同儕檢核：KR 是否可量化、是否能在期末被驗證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修訂後留存，第 9 週期中回顧時使用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將模糊目標拆解為可執行的指標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設計個人的週行動方案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請嘗試為自己本學期的「職場倫理與溝通」課程，制定一份包含 3 個關鍵結果（KR）的 OKR。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沒有衡量方式的目標，只是願望。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3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2026-08-25T11:02:33Z</dcterms:modified>
</cp:coreProperties>
</file>