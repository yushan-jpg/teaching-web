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506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週｜傾聽的藝術——從被動接收到深度共情
開場：回顧上週重點，說明本週在課程架構中的位置。
本週核心訊息：說服始於傾聽，而不是說話。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重點講授：傾聽的三個層次
1. 聽見（Hearing）：接收到聲音，注意力仍在自己身上
2. 聽懂（Listening）：理解對方的內容與邏輯
3. 聽入心（Empathic）：掌握情緒與未說出口的需求
4. 多數職場誤解，發生在停留於第一層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重點講授：非言語訊息的解讀
1. 語調、停頓與語速，常比字面更準確
2. 姿態與眼神提供情緒線索，但需驗證再下判斷
3. 線上會議的限制：關閉鏡頭時更需依賴口語確認
4. 沉默也是訊息，但含義必須被詢問而非猜測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重點講授：積極傾聽的具體技術
1. 反照式回應：「你的意思是⋯，對嗎？」
2. 開放式提問：以「什麼」「如何」開頭，避免指責感
3. 忍住三秒不打斷，讓對方把話說完
4. 摘要收尾：確認共識與後續行動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活動：三分鐘傾聽練習
1. 兩人一組，一方陳述三分鐘，另一方只能提問與反照
2. 交換角色後填寫感受表
3. 全班討論：被真正聽見時有哪些行為特徵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課後討論題：請描述一次你被「真正傾聽」的經驗，當時對方的哪些行為讓你感覺受到尊重與理解？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傾聽的藝術——從被動接收到深度共情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 of Listening — From Hearing to Deep Empathy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Nghệ thuật lắng nghe — Từ nghe thụ động đến thấu cảm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說服始於傾聽，而不是說話。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區辨傾聽的三個層次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解讀非言語訊息並確認其意義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運用反照式回應深化對話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傾聽的三個層次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Levels of Listening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cấp độ lắng nghe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聽見（Hearing）：接收到聲音，注意力仍在自己身上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聽懂（Listening）：理解對方的內容與邏輯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聽入心（Empathic）：掌握情緒與未說出口的需求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多數職場誤解，發生在停留於第一層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非言語訊息的解讀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Non-Verbal Signals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tín hiệu phi ngôn ngữ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語調、停頓與語速，常比字面更準確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姿態與眼神提供情緒線索，但需驗證再下判斷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線上會議的限制：關閉鏡頭時更需依賴口語確認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沉默也是訊息，但含義必須被詢問而非猜測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積極傾聽的具體技術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Listening Techniques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 lắng nghe chủ động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說服始於傾聽，而不是說話。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反照式回應：「你的意思是⋯，對嗎？」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開放式提問：以「什麼」「如何」開頭，避免指責感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忍住三秒不打斷，讓對方把話說完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摘要收尾：確認共識與後續行動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三分鐘傾聽練習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兩人一組，一方陳述三分鐘，另一方只能提問與反照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交換角色後填寫感受表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全班討論：被真正聽見時有哪些行為特徵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精準抓取對方的需求與情緒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運用反照式回應深化對話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請描述一次你被「真正傾聽」的經驗，當時對方的哪些行為讓你感覺受到尊重與理解？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說服始於傾聽，而不是說話。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10 週</dc:title>
  <dc:subject>PptxGenJS Presentation</dc:subject>
  <dc:creator>敏實科技大學 餐飲管理系</dc:creator>
  <cp:lastModifiedBy>玉山 劉</cp:lastModifiedBy>
  <cp:revision>1</cp:revision>
  <dcterms:created xsi:type="dcterms:W3CDTF">2026-08-25T05:14:20Z</dcterms:created>
  <dcterms:modified xsi:type="dcterms:W3CDTF">2026-08-25T11:07:09Z</dcterms:modified>
</cp:coreProperties>
</file>