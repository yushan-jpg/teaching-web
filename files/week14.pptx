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758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14 週｜AI 浪潮下的職場變革與個人核心競爭力
開場：回顧上週重點，說明本週在課程架構中的位置。
本週核心訊息：AI 取代的是任務，不是職涯，但它會重新定價你的能力。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重點講授：技能結構的重組
1. 受影響最大的是可標準化、可文字化的中階任務
2. 入門任務被自動化，反而提高了新人的門檻
3. 判斷與取捨的價值上升，單純執行的價值下降
4. 職務不會整個消失，而是內容被重新分配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重點講授：AI 無法取代的軟實力
1. 同理力：理解對方未說出口的需求
2. 批判思考：判斷產出的真偽與適用性
3. 倫理判斷：在沒有標準答案時承擔責任
4. 跨域整合：把不同領域的知識連結起來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重點講授：人機協作的新工作型態
1. 人負責定義問題與驗證結果，AI 負責產生初稿
2. 分工原則：AI 做廣度，人做深度與決策
3. 責任不可外包：署名的人就是負責的人
4. 建立個人的檢核流程，避免全盤採信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活動：不可替代性盤點
1. 列出未來想從事職務的十項具體工作內容
2. 逐項標記：可由 AI 分擔、需人判斷、完全不可替代
3. 小組討論：接下來兩年最該補強的能力是什麼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課後討論題：在你未來希望從事的專業領域中，哪些工作內容最容易被 AI 替代？你打算培養什麼能力來應對？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浪潮下的職場變革與個人核心競爭力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Change in the Age of 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Biến động nghề nghiệp trong thời đại 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取代的是任務，不是職涯，但它會重新定價你的能力。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說明生成式 AI 對職場技能結構的影響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指認 AI 難以取代的核心能力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規劃人機協作的工作流程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技能結構的重組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Skills Are Being Reorganized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Tái cấu trúc kỹ năng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受影響最大的是可標準化、可文字化的中階任務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入門任務被自動化，反而提高了新人的門檻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判斷與取捨的價值上升，單純執行的價值下降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職務不會整個消失，而是內容被重新分配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無法取代的軟實力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Cannot Replace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AI khó thay thế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同理力：理解對方未說出口的需求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批判思考：判斷產出的真偽與適用性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倫理判斷：在沒有標準答案時承擔責任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跨域整合：把不同領域的知識連結起來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人機協作的新工作型態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Human-AI Collaboration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Hợp tác giữa người và AI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取代的是任務，不是職涯，但它會重新定價你的能力。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人負責定義問題與驗證結果，AI 負責產生初稿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分工原則：AI 做廣度，人做深度與決策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責任不可外包：署名的人就是負責的人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建立個人的檢核流程，避免全盤採信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不可替代性盤點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列出未來想從事職務的十項具體工作內容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逐項標記：可由 AI 分擔、需人判斷、完全不可替代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小組討論：接下來兩年最該補強的能力是什麼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定位自己在 AI 時代的不可替代性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構思可行的 AI 協作流程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在你未來希望從事的專業領域中，哪些工作內容最容易被 AI 替代？你打算培養什麼能力來應對？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取代的是任務，不是職涯，但它會重新定價你的能力。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14 週</dc:title>
  <dc:subject>PptxGenJS Presentation</dc:subject>
  <dc:creator>敏實科技大學 餐飲管理系</dc:creator>
  <cp:lastModifiedBy>玉山 劉</cp:lastModifiedBy>
  <cp:revision>1</cp:revision>
  <dcterms:created xsi:type="dcterms:W3CDTF">2026-08-25T05:35:51Z</dcterms:created>
  <dcterms:modified xsi:type="dcterms:W3CDTF">2026-08-25T10:57:46Z</dcterms:modified>
</cp:coreProperties>
</file>