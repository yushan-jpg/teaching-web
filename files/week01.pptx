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05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週｜導論——80,000 小時的職涯藍圖
開場：回顧上週重點，說明本週在課程架構中的位置。
本週核心訊息：職涯不是找到一份工作，而是決定 80,000 小時要投資在什麼地方。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說明四大構面的關係：工作與企業構成場域，溝通與能力構成方法，職場倫理是貫穿全部的判斷基準。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重點講授：80,000 小時：職涯的真實規模
1. 每週 40 小時 × 每年 50 週 × 40 年 ≈ 80,000 小時
2. 大學四年的課堂總時數約 2,500 小時，僅為職涯的 3%
3. 時間是唯一無法回收的資本，選擇比努力更早發生
4. 前 5 年約 10,000 小時，決定後續 70,000 小時的可能性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重點講授：職業、事業、志業：三種工作層次
1. 職業（Job）：以時間換取報酬，重點在生存
2. 事業（Career）：以能力累積換取成長，重點在專業地位
3. 志業（Calling）：以價值信念驅動，重點在意義與貢獻
4. 三者非優劣之分，而是不同階段的重心配置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重點講授：從學生到專業工作者的心態轉換
1. 從「被評分」到「被信任」：交付成果而非完成作業
2. 從「標準答案」到「可行方案」：職場多為開放式問題
3. 從「個人成績」到「團隊績效」：合作是預設值
4. 從「學期制」到「持續制」：學習不再有寒暑假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活動：時間資產盤點
1. 個人試算：預估自己的職涯總時數與目前已使用比例
2. 兩人一組，互相說明前 5 年最想累積的三項資產
3. 全班收斂：哪些資產在 AI 時代仍具長期價值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課後討論題：若將你未來的 80,000 小時視為一筆投資，你希望在第一個 5 年獲得什麼非金錢的成果？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導論——80,000 小時的職涯藍圖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— The 80,000-Hour Career Blueprint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môn — Bản đồ nghề nghiệp 80.000 giờ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職涯不是找到一份工作，而是決定 80,000 小時要投資在什麼地方。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課程架構圖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Framework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khung chương trình</a:t>
            </a:r>
            <a:endParaRPr lang="en-US" sz="1150" dirty="0"/>
          </a:p>
        </p:txBody>
      </p:sp>
      <p:pic>
        <p:nvPicPr>
          <p:cNvPr id="6" name="Image 0" descr="/home/claude/frame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874520"/>
            <a:ext cx="6537960" cy="4562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2057400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4712" y="2029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工作（績效）— 模組一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71576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59436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4712" y="26883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企業（文化）— 模組二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59436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4712" y="33467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溝通（說服）— 模組三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4360" y="403250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59436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24712" y="40050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能力（AI）— 模組四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" y="4892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四大構面共同支撐 80,000 小時的職涯發展，並以職場倫理作為貫穿全課的判斷中心。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 80,000 小時的職涯規模，並換算為個人可支配的時間資產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區辨職業（Job）、事業（Career）與志業（Calling）三種層次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描繪從學生身分過渡到專業工作者的心態轉換重點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80,000 小時：職涯的真實規模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Scale of a Career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 thực của sự nghiệp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 40 小時 × 每年 50 週 × 40 年 ≈ 80,000 小時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大學四年的課堂總時數約 2,500 小時，僅為職涯的 3%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時間是唯一無法回收的資本，選擇比努力更早發生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5 年約 10,000 小時，決定後續 70,000 小時的可能性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職業、事業、志業：三種工作層次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Job, Career, Calling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Nghề, Sự nghiệp, Sứ mệnh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職業（Job）：以時間換取報酬，重點在生存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事業（Career）：以能力累積換取成長，重點在專業地位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志業（Calling）：以價值信念驅動，重點在意義與貢獻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三者非優劣之分，而是不同階段的重心配置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從學生到專業工作者的心態轉換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Student to Professional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sinh viên đến người đi làm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職涯不是找到一份工作，而是決定 80,000 小時要投資在什麼地方。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從「被評分」到「被信任」：交付成果而非完成作業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從「標準答案」到「可行方案」：職場多為開放式問題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從「個人成績」到「團隊績效」：合作是預設值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從「學期制」到「持續制」：學習不再有寒暑假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時間資產盤點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個人試算：預估自己的職涯總時數與目前已使用比例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兩人一組，互相說明前 5 年最想累積的三項資產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全班收斂：哪些資產在 AI 時代仍具長期價值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解構個人時間分配，建立以「總量」思考職涯的視角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用一分鐘清楚定義並說明個人職涯願景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若將你未來的 80,000 小時視為一筆投資，你希望在第一個 5 年獲得什麼非金錢的成果？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職涯不是找到一份工作，而是決定 80,000 小時要投資在什麼地方。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680</Words>
  <Application>Microsoft Office PowerPoint</Application>
  <PresentationFormat>寬螢幕</PresentationFormat>
  <Paragraphs>121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2026-08-25T10:52:28Z</dcterms:modified>
</cp:coreProperties>
</file>