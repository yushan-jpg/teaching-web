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328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週｜期中成果回顧與職場人際關係基礎
開場：回顧上週重點，說明本週在課程架構中的位置。
本週核心訊息：批評改變不了行為，只會改變關係。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重點講授：期中整合：兩大構面回顧
1. 工作（績效）：目標設定、時間配置與倫理底線
2. 企業（文化）：組織解碼、入職適應與跨世代溝通
3. 前八週的共同前提：先理解，再表達
4. 檢視第 3 週所訂 OKR 的達成率並提出調整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重點講授：不批評、不責備、不抱怨
1. 批評帶來防衛，防衛終止學習
2. 抱怨的成本：情緒擴散，但事實不變
3. 替代作法：描述事實、說明影響、提出請求
4. 對事不對人，是一種語言選擇而非個性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重點講授：真誠讚美與感謝
1. 讚美要具體到行為，而非空泛的個人特質
2. 及時性：事件發生後 24 小時內效果最強
3. 公開讚美，私下建議
4. 感謝時說明「對我造成什麼具體幫助」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活動：三天不抱怨紀錄啟動
1. 說明紀錄表的填寫方式與判準
2. 現場演練：把一句抱怨改寫為請求
3. 兩人一組，互相給予一則具體的讚美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課後討論題：連續三天記錄自己是否有「批評、責備、抱怨」的念頭或言語，並思考若改用建設性表達會如何呈現？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期中成果回顧與職場人際關係基礎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Review and Foundations of Workplace Relationships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giữa kỳ và nền tảng quan hệ nơi công sở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批評改變不了行為，只會改變關係。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回顧前八週的學習並檢視個人 OKR 進度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說明卡內基人際關係第一大原則的內涵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練習具體而真誠的讚美與感謝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期中整合：兩大構面回顧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Integration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hợp giữa kỳ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工作（績效）：目標設定、時間配置與倫理底線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企業（文化）：組織解碼、入職適應與跨世代溝通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前八週的共同前提：先理解，再表達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檢視第 3 週所訂 OKR 的達成率並提出調整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不批評、不責備、不抱怨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Criticize, Condemn, or Complain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chỉ trích, không trách móc, không phàn nàn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批評帶來防衛，防衛終止學習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抱怨的成本：情緒擴散，但事實不變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替代作法：描述事實、說明影響、提出請求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對事不對人，是一種語言選擇而非個性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真誠讚美與感謝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Sincere Appreciation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Khen ngợi và biết ơn chân thành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批評改變不了行為，只會改變關係。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讚美要具體到行為，而非空泛的個人特質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及時性：事件發生後 24 小時內效果最強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公開讚美，私下建議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感謝時說明「對我造成什麼具體幫助」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三天不抱怨紀錄啟動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說明紀錄表的填寫方式與判準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現場演練：把一句抱怨改寫為請求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兩人一組，互相給予一則具體的讚美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檢視自我的溝通盲點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給予正向反饋與肯定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連續三天記錄自己是否有「批評、責備、抱怨」的念頭或言語，並思考若改用建設性表達會如何呈現？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批評改變不了行為，只會改變關係。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9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2026-08-25T11:06:29Z</dcterms:modified>
</cp:coreProperties>
</file>