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682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週｜職場倫理基礎——誠信、責任與專業態度
開場：回顧上週重點，說明本週在課程架構中的位置。
本週核心訊息：倫理不是考試題，而是壓力之下的預設反應。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重點講授：職業道德的底線在哪裡
1. 合法不等於合乎倫理：法律是下限，不是標準
2. 三個自我檢驗：公開檢驗、家人檢驗、長期檢驗
3. 灰色地帶的判準：資訊是否揭露、他人是否受損
4. 第四個問題：這個作法若成為全公司慣例，後果是什麼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重點講授：保密、智財與利益衝突
1. 保密協定（NDA）：離職後通常仍持續有效
2. 智慧財產權：職務上完成的成果原則上歸屬雇主
3. 利益衝突：兼職、採購關係、親屬任用須主動揭露
4. AI 工具風險：將公司資料貼入外部服務可能構成外洩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重點講授：個人品牌與職場誠信
1. 誠信是長期複利：一次違規可清空多年累積的信用
2. 數位足跡不可逆：社群發言即公開紀錄
3. 「說到做到」的可預測性，是新人最快建立的信任資產
4. 承認錯誤的速度，往往比錯誤本身更影響評價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活動：倫理兩難情境演練
1. 分組抽取情境卡：誇大數據、代簽名、私用公司資源
2. 各組提出回應腳本，並推演三個月後的後果
3. 全班比較：哪一種回應同時守住原則與關係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課後討論題：當主管要求你採取某種「游走法律與道德灰色地帶」的做法以提高績效時，你會如何回應？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職場倫理基礎——誠信、責任與專業態度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Workplace Ethics — Integrity and Responsibility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Nền tảng đạo đức nghề nghiệp — Chính trực và Trách nhiệm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倫理不是考試題，而是壓力之下的預設反應。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指認常見的職場倫理風險情境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說明保密協定、智慧財產權與利益衝突的基本規範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練習在倫理困境中表達立場的語言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職業道德的底線在哪裡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Ethical Line Sits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Ranh giới đạo đức nằm ở đâu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合法不等於合乎倫理：法律是下限，不是標準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三個自我檢驗：公開檢驗、家人檢驗、長期檢驗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灰色地帶的判準：資訊是否揭露、他人是否受損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第四個問題：這個作法若成為全公司慣例，後果是什麼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保密、智財與利益衝突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Confidentiality, IP, Conflicts of Interest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mật, Sở hữu trí tuệ, Xung đột lợi ích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保密協定（NDA）：離職後通常仍持續有效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智慧財產權：職務上完成的成果原則上歸屬雇主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利益衝突：兼職、採購關係、親屬任用須主動揭露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工具風險：將公司資料貼入外部服務可能構成外洩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個人品牌與職場誠信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Brand and Integrity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Thương hiệu cá nhân và sự chính trực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倫理不是考試題，而是壓力之下的預設反應。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誠信是長期複利：一次違規可清空多年累積的信用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數位足跡不可逆：社群發言即公開紀錄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「說到做到」的可預測性，是新人最快建立的信任資產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承認錯誤的速度，往往比錯誤本身更影響評價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倫理兩難情境演練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分組抽取情境卡：誇大數據、代簽名、私用公司資源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各組提出回應腳本，並推演三個月後的後果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全班比較：哪一種回應同時守住原則與關係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識別職場中的道德風險情境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溝通力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在倫理困境中勇敢且合宜地表達立場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模組一：工作與個人價值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當主管要求你採取某種「游走法律與道德灰色地帶」的做法以提高績效時，你會如何回應？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倫理不是考試題，而是壓力之下的預設反應。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4 週</dc:title>
  <dc:subject>PptxGenJS Presentation</dc:subject>
  <dc:creator>敏實科技大學 餐飲管理系</dc:creator>
  <cp:lastModifiedBy>玉山 劉</cp:lastModifiedBy>
  <cp:revision>1</cp:revision>
  <dcterms:created xsi:type="dcterms:W3CDTF">2026-08-25T05:14:20Z</dcterms:created>
  <dcterms:modified xsi:type="dcterms:W3CDTF">2026-08-25T11:03:19Z</dcterms:modified>
</cp:coreProperties>
</file>