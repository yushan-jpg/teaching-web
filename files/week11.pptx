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8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8855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11 週｜卡內基溝通原則與影響力塑造
開場：回顧上週重點，說明本週在課程架構中的位置。
本週核心訊息：說服不是讓對方輸，而是讓對方看見他自己的好處。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逐項朗讀學習目標，請學生在課末自評達成程度。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重點講授：引發對方的強烈渴望
1. 人只會為自己的理由行動，不會為你的理由行動
2. 先問「對方在意什麼」，再決定要說什麼
3. 把你的需求翻譯成對方可獲得的收益
4. 釣魚要用魚喜歡的餌，而不是自己喜歡的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重點講授：站在他人角度思考
1. 換位思考不等於同意，而是先理解其處境與限制
2. 三個提問：他的壓力來自誰、他被什麼指標評量、他最怕什麼
3. 先承認對方的顧慮，抗拒才會下降
4. 使用對方熟悉的語言與詞彙陳述問題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重點講授：讓人不知不覺採納你的意見
1. 以提問代替斷言，讓對方自己說出結論
2. 提供選項而非單一答案，保留對方的決定權
3. 公開將功勞歸於對方，換取長期支持
4. 界線所在：影響力是揭露資訊，操縱是隱瞞資訊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活動：利益翻譯練習
1. 個人選定一個想推動的提案或請求
2. 改寫成三種版本，分別對應主管、同儕與客戶的利益
3. 小組票選最有說服力的版本並說明理由
收尾時請點名 2 至 3 組分享，並連結到本週的課後討論題。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提醒學生：本週訓練的能力對應課程整體的三力架構，並會在期末成果展演中被檢視。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課後討論題：請選定一個你想改變朋友或同事想法的議題，試著用「對他有什麼好處」的角度重新設計你的說詞。
請學生於下次上課前於學習平台繳交 200 字以內回應。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職場倫理與溝通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823960" y="502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93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115 學年度第 1 學期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275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704088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0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34640" y="1371600"/>
            <a:ext cx="8732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卡內基溝通原則與影響力塑造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834640" y="2816352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Carnegie's Principles and Building Influence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3182112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Nguyên tắc Carnegie và xây dựng tầm ảnh hưởng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34640" y="3977640"/>
            <a:ext cx="8732520" cy="1234440"/>
          </a:xfrm>
          <a:prstGeom prst="roundRect">
            <a:avLst>
              <a:gd name="adj" fmla="val 5926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108960" y="4160520"/>
            <a:ext cx="8183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模組三：溝通技巧與說服藝術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4480560"/>
            <a:ext cx="8183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說服不是讓對方輸，而是讓對方看見他自己的好處。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B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Workplace Ethics and Communication  ·  Đạo đức và Giao tiếp nơi làm việc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模組三：溝通技巧與說服藝術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本週學習目標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học tập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60120" y="2372868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6012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2221992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說明「引發對方渴望」在溝通中的作用機制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383280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960120" y="3680460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60120" y="3680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3529584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以他人利益的角度重新設計提案說詞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4690872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960120" y="4988052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60120" y="49880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4837176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辨識影響力與操縱之間的界線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模組三：溝通技巧與說服藝術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引發對方的強烈渴望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Arousing an Eager Want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Khơi gợi mong muốn mạnh mẽ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886968" y="235000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88696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2916936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人只會為自己的理由行動，不會為你的理由行動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40780" y="2075688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6533388" y="235000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53338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3388" y="2916936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先問「對方在意什麼」，再決定要說什麼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4306824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886968" y="458114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886968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968" y="5148072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把你的需求翻譯成對方可獲得的收益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40780" y="4306824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6533388" y="458114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533388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3388" y="5148072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釣魚要用魚喜歡的餌，而不是自己喜歡的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模組三：溝通技巧與說服藝術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站在他人角度思考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Seeing from the Other's Perspective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Nhìn từ góc độ người khác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4825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14400" y="235915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14400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213969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換位思考不等於同意，而是先理解其處境與限制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323697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E9F0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914400" y="354787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332841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三個提問：他的壓力來自誰、他被什麼指標評量、他最怕什麼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442569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914400" y="473659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14400" y="4736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451713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先承認對方的顧慮，抗拒才會下降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561441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E9F0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14400" y="592531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914400" y="5925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54480" y="570585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使用對方熟悉的語言與詞彙陳述問題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模組三：溝通技巧與說服藝術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讓人不知不覺採納你的意見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Letting Ideas Feel Like Their Own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Để ý tưởng trở thành của họ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48256"/>
            <a:ext cx="3246120" cy="4297680"/>
          </a:xfrm>
          <a:prstGeom prst="roundRect">
            <a:avLst>
              <a:gd name="adj" fmla="val 2254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14400" y="230428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E5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7673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8FA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  ·  Khái niệm cốt lõi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544568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說服不是讓對方輸，而是讓對方看見他自己的好處。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06240" y="234086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206240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2048256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以提問代替斷言，讓對方自己說出結論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206240" y="344728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20624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73168" y="3154680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提供選項而非單一答案，保留對方的決定權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206240" y="4553712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20624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73168" y="4261104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公開將功勞歸於對方，換取長期支持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206240" y="5660136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4206240" y="5660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3168" y="5367528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界線所在：影響力是揭露資訊，操縱是隱瞞資訊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模組三：溝通技巧與說服藝術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課堂活動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In-Class Activity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Hoạt động trên lớp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984248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60120" y="19842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利益翻譯練習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08026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208026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個人選定一個想推動的提案或請求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4340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582930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582930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改寫成三種版本，分別對應主管、同儕與客戶的利益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9244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957834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957834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6676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小組票選最有說服力的版本並說明理由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58247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建議時間：40 分鐘（個人 10 分鐘 · 小組 20 分鐘 · 全班收斂 10 分鐘）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模組三：溝通技巧與說服藝術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能力培育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Competency Development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 triển năng lực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121408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60120" y="2532888"/>
            <a:ext cx="868680" cy="8686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60120" y="25328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創造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3584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創造力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39684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重塑提案觀點以契合聽眾的利益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2121408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6629400" y="2532888"/>
            <a:ext cx="868680" cy="8686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629400" y="25328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629400" y="3584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溝通力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29400" y="39684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設計具說服力的對話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94360" y="5614416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三力整合：理解力（輸入）→ 創造力（轉化）→ 溝通力（輸出）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模組三：溝通技巧與說服藝術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課後討論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Question</a:t>
            </a:r>
            <a:r>
              <a:rPr lang="en-US" sz="1150" dirty="0">
                <a:solidFill>
                  <a:srgbClr val="6E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 thảo luận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10972800" cy="2743200"/>
          </a:xfrm>
          <a:prstGeom prst="roundRect">
            <a:avLst>
              <a:gd name="adj" fmla="val 2667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097280" y="2304288"/>
            <a:ext cx="9966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請選定一個你想改變朋友或同事想法的議題，試著用「對他有什麼好處」的角度重新設計你的說詞。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51206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本週核心訊息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5440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說服不是讓對方輸，而是讓對方看見他自己的好處。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459</Words>
  <Application>Microsoft Office PowerPoint</Application>
  <PresentationFormat>寬螢幕</PresentationFormat>
  <Paragraphs>106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1" baseType="lpstr">
      <vt:lpstr>Microsoft JhengHei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職場倫理與溝通｜第 11 週</dc:title>
  <dc:subject>PptxGenJS Presentation</dc:subject>
  <dc:creator>敏實科技大學 餐飲管理系</dc:creator>
  <cp:lastModifiedBy>玉山 劉</cp:lastModifiedBy>
  <cp:revision>1</cp:revision>
  <dcterms:created xsi:type="dcterms:W3CDTF">2026-08-25T05:35:51Z</dcterms:created>
  <dcterms:modified xsi:type="dcterms:W3CDTF">2026-08-25T10:56:22Z</dcterms:modified>
</cp:coreProperties>
</file>