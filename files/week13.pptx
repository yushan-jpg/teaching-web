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0" d="100"/>
          <a:sy n="50" d="100"/>
        </p:scale>
        <p:origin x="89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0120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13 週｜職場衝突管理與建設性溝通
開場：回顧上週重點，說明本週在課程架構中的位置。
本週核心訊息：衝突的反面不是和平，而是把話說清楚。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逐項朗讀學習目標，請學生在課末自評達成程度。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重點講授：對事不對人的溝通邊界
1. 衝突多半源於需求未被說出，而非人格缺陷
2. 立場是「我要什麼」，需求是「我為什麼要」
3. 兩個立場可能對立，但需求常有交集
4. 把問題放到桌子的另一邊，雙方一起面對它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重點講授：Thomas-Kilmann 五種衝突模式
1. 競爭：時間緊迫或涉及原則問題時使用
2. 迴避：議題價值低或情緒過熱時暫時使用
3. 遷就：關係的重要性高於此次議題時使用
4. 妥協與合作：合作較耗時，但能擴大雙方所得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重點講授：建設性回饋的給予與接收
1. SBI 結構：情境（Situation）、行為（Behavior）、影響（Impact）
2. 回饋針對可改變的行為，不針對個性
3. 接收時先道謝與釐清，不當場反駁
4. 一次只給一項重點，過多等於沒有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活動：建設性回饋演練
1. 依 SBI 結構，就「組員擺爛」情境撰寫一段對話
2. 兩人一組實際演練，並交換角色再做一次
3. 檢核：是否有具體行為描述、是否引發防衛
收尾時請點名 2 至 3 組分享，並連結到本週的課後討論題。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提醒學生：本週訓練的能力對應課程整體的三力架構，並會在期末成果展演中被檢視。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課後討論題：面對組員在團隊專案中「擺爛」的情況，請寫一段對話，示範如何給予建設性反饋而不引發防衛心理。
請學生於下次上課前於學習平台繳交 200 字以內回應。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9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職場倫理與溝通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823960" y="502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93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115 學年度第 1 學期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275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704088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0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34640" y="1371600"/>
            <a:ext cx="8732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職場衝突管理與建設性溝通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834640" y="2816352"/>
            <a:ext cx="8732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 Management and Constructive Feedback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34640" y="3182112"/>
            <a:ext cx="8732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xung đột và phản hồi xây dựng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834640" y="3977640"/>
            <a:ext cx="8732520" cy="1234440"/>
          </a:xfrm>
          <a:prstGeom prst="roundRect">
            <a:avLst>
              <a:gd name="adj" fmla="val 5926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108960" y="4160520"/>
            <a:ext cx="8183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模組三：溝通技巧與說服藝術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0" y="4480560"/>
            <a:ext cx="8183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D6E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衝突的反面不是和平，而是把話說清楚。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B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Workplace Ethics and Communication  ·  Đạo đức và Giao tiếp nơi làm việc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模組三：溝通技巧與說服藝術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本週學習目標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học tập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75688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60120" y="2372868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60120" y="23728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2221992"/>
            <a:ext cx="9601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說明五種衝突處理模式及其適用時機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3383280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960120" y="3680460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960120" y="3680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00200" y="3529584"/>
            <a:ext cx="9601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區辨對方的立場與其背後的真實需求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4690872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960120" y="4988052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960120" y="49880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00200" y="4837176"/>
            <a:ext cx="9601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運用結構化方式給予與接收建設性回饋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模組三：溝通技巧與說服藝術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對事不對人的溝通邊界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Separating People from Problems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Tách con người khỏi vấn đề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75688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886968" y="2350008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886968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6968" y="2916936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衝突多半源於需求未被說出，而非人格缺陷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40780" y="2075688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6533388" y="2350008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6533388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33388" y="2916936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立場是「我要什麼」，需求是「我為什麼要」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4306824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886968" y="4581144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886968" y="4581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968" y="5148072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兩個立場可能對立，但需求常有交集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40780" y="4306824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6533388" y="4581144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6533388" y="4581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33388" y="5148072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把問題放到桌子的另一邊，雙方一起面對它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模組三：溝通技巧與說服藝術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Thomas-Kilmann 五種衝突模式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Conflict-Handling Modes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Năm kiểu ứng xử xung đột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4825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14400" y="235915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14400" y="2359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54480" y="213969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競爭：時間緊迫或涉及原則問題時使用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323697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E9F0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914400" y="354787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914400" y="3547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54480" y="332841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迴避：議題價值低或情緒過熱時暫時使用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" y="442569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914400" y="473659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914400" y="4736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54480" y="451713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遷就：關係的重要性高於此次議題時使用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94360" y="561441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E9F0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914400" y="592531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914400" y="5925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54480" y="570585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妥協與合作：合作較耗時，但能擴大雙方所得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模組三：溝通技巧與說服藝術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建設性回饋的給予與接收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Giving and Receiving Feedback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 và nhận phản hồi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48256"/>
            <a:ext cx="3246120" cy="4297680"/>
          </a:xfrm>
          <a:prstGeom prst="roundRect">
            <a:avLst>
              <a:gd name="adj" fmla="val 2254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914400" y="2304288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E5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核心概念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76732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8FA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Concept  ·  Khái niệm cốt lõi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4544568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350" i="1" dirty="0">
                <a:solidFill>
                  <a:srgbClr val="D6E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衝突的反面不是和平，而是把話說清楚。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206240" y="2340864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206240" y="2340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73168" y="2048256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SBI 結構：情境（Situation）、行為（Behavior）、影響（Impact）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206240" y="3447288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4206240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73168" y="3154680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回饋針對可改變的行為，不針對個性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206240" y="4553712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206240" y="4553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73168" y="4261104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接收時先道謝與釐清，不當場反駁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4206240" y="5660136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4206240" y="5660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73168" y="5367528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一次只給一項重點，過多等於沒有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模組三：溝通技巧與說服藝術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課堂活動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In-Class Activity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Hoạt động trên lớp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984248"/>
            <a:ext cx="10972800" cy="713232"/>
          </a:xfrm>
          <a:prstGeom prst="roundRect">
            <a:avLst>
              <a:gd name="adj" fmla="val 7692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960120" y="19842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建設性回饋演練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94360" y="2990088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2080260" y="3310128"/>
            <a:ext cx="502920" cy="502920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208026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3995928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 SBI 結構，就「組員擺爛」情境撰寫一段對話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43400" y="2990088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5829300" y="3310128"/>
            <a:ext cx="502920" cy="502920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582930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17720" y="3995928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兩人一組實際演練，並交換角色再做一次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92440" y="2990088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9578340" y="3310128"/>
            <a:ext cx="502920" cy="502920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957834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66760" y="3995928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檢核：是否有具體行為描述、是否引發防衛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58247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建議時間：40 分鐘（個人 10 分鐘 · 小組 20 分鐘 · 全班收斂 10 分鐘）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模組三：溝通技巧與說服藝術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能力培育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Competency Development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Phát triển năng lực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121408"/>
            <a:ext cx="5303520" cy="3246120"/>
          </a:xfrm>
          <a:prstGeom prst="roundRect">
            <a:avLst>
              <a:gd name="adj" fmla="val 225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60120" y="2532888"/>
            <a:ext cx="868680" cy="86868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60120" y="253288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0120" y="35844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理解力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60120" y="396849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分析衝突背後的真實需求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63640" y="2121408"/>
            <a:ext cx="5303520" cy="3246120"/>
          </a:xfrm>
          <a:prstGeom prst="roundRect">
            <a:avLst>
              <a:gd name="adj" fmla="val 225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6629400" y="2532888"/>
            <a:ext cx="868680" cy="86868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6629400" y="253288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629400" y="35844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溝通力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29400" y="396849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降溫情緒並進行雙贏談判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94360" y="5614416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1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三力整合：理解力（輸入）→ 創造力（轉化）→ 溝通力（輸出）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9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模組三：溝通技巧與說服藝術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9F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課後討論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Question</a:t>
            </a:r>
            <a:r>
              <a:rPr lang="en-US" sz="1150" dirty="0">
                <a:solidFill>
                  <a:srgbClr val="6E8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hỏi thảo luận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75688"/>
            <a:ext cx="10972800" cy="2743200"/>
          </a:xfrm>
          <a:prstGeom prst="roundRect">
            <a:avLst>
              <a:gd name="adj" fmla="val 2667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1097280" y="2304288"/>
            <a:ext cx="9966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面對組員在團隊專案中「擺爛」的情況，請寫一段對話，示範如何給予建設性反饋而不引發防衛心理。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51206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本週核心訊息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5440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i="1" dirty="0">
                <a:solidFill>
                  <a:srgbClr val="D6E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衝突的反面不是和平，而是把話說清楚。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505</Words>
  <Application>Microsoft Office PowerPoint</Application>
  <PresentationFormat>寬螢幕</PresentationFormat>
  <Paragraphs>106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1" baseType="lpstr">
      <vt:lpstr>Microsoft JhengHei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職場倫理與溝通｜第 13 週</dc:title>
  <dc:subject>PptxGenJS Presentation</dc:subject>
  <dc:creator>敏實科技大學 餐飲管理系</dc:creator>
  <cp:lastModifiedBy>玉山 劉</cp:lastModifiedBy>
  <cp:revision>1</cp:revision>
  <dcterms:created xsi:type="dcterms:W3CDTF">2026-08-25T05:35:51Z</dcterms:created>
  <dcterms:modified xsi:type="dcterms:W3CDTF">2026-08-25T10:57:13Z</dcterms:modified>
</cp:coreProperties>
</file>