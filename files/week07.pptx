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535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週｜文化適應與個人績效的雙向結合
開場：回顧上週重點，說明本週在課程架構中的位置。
本週核心訊息：績效不會自己說話，它需要被翻譯。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重點講授：把價值觀變成行為
1. 抽象標語必須翻譯為具體動作才能被執行
2. 例：「以客為尊」→ 24 小時內回覆客訴並回報處理進度
3. 檢驗方式：這個行為能否被第三人觀察並記錄
4. 價值觀衝突時，以最接近顧客的那一項為優先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重點講授：在規範內突破績效
1. 先做到標準，再談優化：信用先於創新
2. 從流程斷點下手：重工、等待、重複輸入
3. 小規模試行加上數據佐證，降低主管的風險感受
4. 改變流程前，先弄清楚它當初為何存在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重點講授：向上報告與績效展現
1. 報告結構：結論先行、風險預告、需要的決策
2. 頻率比篇幅重要：定期短報告勝過偶發長報告
3. 記錄成果的三要素：情境、行動、可量化結果
4. 壞消息要早講，越晚成本越高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活動：價值觀翻譯工作坊
1. 各組抽一句企業標語，翻譯成三項可觀察的行為
2. 設計一份五行以內的週報範本
3. 互評：主管能否在三十秒內抓到重點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課後討論題：如果你發現自己的工作風格與公司的傳統文化產生衝突，你會選擇如何調整或溝通？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文化適應與個人績效的雙向結合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Aligning Cultural Fit with Personal 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hợp thích nghi văn hóa với hiệu suất cá nhân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績效不會自己說話，它需要被翻譯。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將企業價值觀轉譯為日常可觀察的工作行為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在既有規範下找到展現績效的空間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設計有效的向上報告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把價值觀變成行為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Values into Behaviour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 giá trị thành hành vi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抽象標語必須翻譯為具體動作才能被執行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例：「以客為尊」→ 24 小時內回覆客訴並回報處理進度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檢驗方式：這個行為能否被第三人觀察並記錄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價值觀衝突時，以最接近顧客的那一項為優先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在規範內突破績效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Within Constraints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Đột phá hiệu suất trong khuôn khổ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先做到標準，再談優化：信用先於創新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從流程斷點下手：重工、等待、重複輸入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小規模試行加上數據佐證，降低主管的風險感受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改變流程前，先弄清楚它當初為何存在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向上報告與績效展現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Upward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lên cấp trên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績效不會自己說話，它需要被翻譯。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報告結構：結論先行、風險預告、需要的決策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頻率比篇幅重要：定期短報告勝過偶發長報告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記錄成果的三要素：情境、行動、可量化結果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壞消息要早講，越晚成本越高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價值觀翻譯工作坊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各組抽一句企業標語，翻譯成三項可觀察的行為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設計一份五行以內的週報範本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互評：主管能否在三十秒內抓到重點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在既有架構下尋找展現績效的創新機會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向上報告與績效展現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如果你發現自己的工作風格與公司的傳統文化產生衝突，你會選擇如何調整或溝通？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績效不會自己說話，它需要被翻譯。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7 週</dc:title>
  <dc:subject>PptxGenJS Presentation</dc:subject>
  <dc:creator>敏實科技大學 餐飲管理系</dc:creator>
  <cp:lastModifiedBy>玉山 劉</cp:lastModifiedBy>
  <cp:revision>1</cp:revision>
  <dcterms:created xsi:type="dcterms:W3CDTF">2026-08-25T05:14:20Z</dcterms:created>
  <dcterms:modified xsi:type="dcterms:W3CDTF">2026-08-25T11:05:04Z</dcterms:modified>
</cp:coreProperties>
</file>