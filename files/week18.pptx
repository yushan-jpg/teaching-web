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92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18 週｜期末成果展演——80,000 小時個人職場策略提案
開場：回顧上週重點，說明本週在課程架構中的位置。
本週核心訊息：課程結束了，80,000 小時才正要開始。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重點講授：提案應包含的內容
1. 自我定位：價值觀、優勢與想投入的領域
2. 三年目標：以 OKR 形式呈現
3. 能力缺口與具體的補強計畫
4. AI 協作在你的職涯中將扮演的角色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重點講授：評分標準
1. 結構清晰、符合 PREP：25%
2. 內容具體且可驗證：35%
3. 表達與時間掌控：20%
4. 回應提問的品質：20%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重點講授：展演形式與時間
1. 每人 6 分鐘簡報，另有 3 分鐘問答
2. 投影片以 8 至 10 頁為原則
3. 可使用 AI 工具輔助製作，但須說明使用方式
4. 繳交簡報檔案與一頁書面摘要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活動：總結與行動承諾
1. 個人寫下進入職場後最想立即實踐的三個習慣
2. 兩人一組互相確認其可行性與檢核方式
3. 全班分享並留存，作為課程的結業紀錄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課後討論題：經過 18 週的學習，請寫下你在未來進入職場後，最想立即實踐的三個溝通或 AI 協作習慣。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期末成果展演——80,000 小時個人職場策略提案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 — Your 80,000-Hour Strategy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Thuyết trình cuối kỳ — Chiến lược 80.000 giờ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課程結束了，80,000 小時才正要開始。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完成個人職場發展藍圖的簡報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整合理解力、創造力與溝通力的學習成果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提出三項可執行的行動承諾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提案應包含的內容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Proposal Must Cover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bắt buộc của đề xuất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自我定位：價值觀、優勢與想投入的領域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三年目標：以 OKR 形式呈現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能力缺口與具體的補強計畫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協作在你的職涯中將扮演的角色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評分標準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Criteria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đánh giá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結構清晰、符合 PREP：25%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內容具體且可驗證：35%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表達與時間掌控：20%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回應提問的品質：20%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展演形式與時間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and Timing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thức và thời gian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課程結束了，80,000 小時才正要開始。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 6 分鐘簡報，另有 3 分鐘問答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投影片以 8 至 10 頁為原則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可使用 AI 工具輔助製作，但須說明使用方式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繳交簡報檔案與一頁書面摘要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總結與行動承諾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個人寫下進入職場後最想立即實踐的三個習慣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兩人一組互相確認其可行性與檢核方式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全班分享並留存，作為課程的結業紀錄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341376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268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整合十八週的學習並完成自我定位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73880" y="2121408"/>
            <a:ext cx="341376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73964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73964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39640" y="358444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39640" y="3968496"/>
            <a:ext cx="268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設計個人的職涯發展方案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53400" y="2121408"/>
            <a:ext cx="341376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51916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51916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19160" y="358444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19160" y="3968496"/>
            <a:ext cx="268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以具說服力的方式呈現個人策略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經過 18 週的學習，請寫下你在未來進入職場後，最想立即實踐的三個溝通或 AI 協作習慣。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課程結束了，80,000 小時才正要開始。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寬螢幕</PresentationFormat>
  <Paragraphs>109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18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2026-08-25T11:00:12Z</dcterms:modified>
</cp:coreProperties>
</file>