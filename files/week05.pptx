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128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週｜解碼企業文化與組織結構
開場：回顧上週重點，說明本週在課程架構中的位置。
本週核心訊息：沒有最好的企業文化，只有你是否讀懂它。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重點講授：企業文化的四種類型
1. 家族型（Clan）：重關係與共識，決策較慢但凝聚力高
2. 創新型（Adhocracy）：重實驗與速度，容忍失敗
3. 市場型（Market）：重結果與競爭，目標導向明確
4. 層級型（Hierarchy）：重流程與穩定，規範清楚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重點講授：顯性指標：看得見的文化
1. 空間配置、服裝規範、會議形式與時間長度
2. 誰在會議中發言，誰做最後決定
3. 公告與獎懲制度所強調的行為
4. 新人訓練的內容，反映公司最在意什麼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重點講授：隱性指標：沒寫下來的規則
1. 幾點下班算「正常」、訊息多久之內要回覆
2. 犯錯之後的處理方式：究責或修復
3. 誰是真正的意見領袖，未必是職位最高的人
4. 哪些話題在正式會議中不會被提出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活動：文化偵探
1. 以打工或實習單位為對象，填寫顯性與隱性觀察表
2. 判定其文化類型，並舉出兩項行為證據
3. 小組交叉檢視：同一產業是否出現不同文化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課後討論題：觀察你過往打工、社團或實習的單位，其企業文化屬於哪種類型？這對成員的行為產生了什麼影響？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解碼企業文化與組織結構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Decoding Corporate Culture and Structure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mã văn hóa doanh nghiệp và cơ cấu tổ chức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沒有最好的企業文化，只有你是否讀懂它。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說明企業文化的四種類型與其行為特徵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從顯性與隱性指標判讀一個組織的真實文化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調整溝通語言以符合組織風格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企業文化的四種類型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Types of Corporate Culture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loại văn hóa doanh nghiệp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家族型（Clan）：重關係與共識，決策較慢但凝聚力高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創新型（Adhocracy）：重實驗與速度，容忍失敗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市場型（Market）：重結果與競爭，目標導向明確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層級型（Hierarchy）：重流程與穩定，規範清楚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顯性指標：看得見的文化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Signals of Culture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Dấu hiệu văn hóa hữu hình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空間配置、服裝規範、會議形式與時間長度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誰在會議中發言，誰做最後決定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公告與獎懲制度所強調的行為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新人訓練的內容，反映公司最在意什麼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隱性指標：沒寫下來的規則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Unwritten Rules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quy tắc bất thành văn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沒有最好的企業文化，只有你是否讀懂它。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幾點下班算「正常」、訊息多久之內要回覆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犯錯之後的處理方式：究責或修復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誰是真正的意見領袖，未必是職位最高的人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哪些話題在正式會議中不會被提出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文化偵探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以打工或實習單位為對象，填寫顯性與隱性觀察表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判定其文化類型，並舉出兩項行為證據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小組交叉檢視：同一產業是否出現不同文化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解讀組織中的隱形規則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使用符合組織風格的語言溝通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模組二：企業文化與組織適應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觀察你過往打工、社團或實習的單位，其企業文化屬於哪種類型？這對成員的行為產生了什麼影響？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沒有最好的企業文化，只有你是否讀懂它。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5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2026-08-25T11:03:54Z</dcterms:modified>
</cp:coreProperties>
</file>