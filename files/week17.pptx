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40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17 週｜打造終身學習系統與職場強韌適應力
開場：回顧上週重點，說明本週在課程架構中的位置。
本週核心訊息：學得快的人贏一時，學得久的人贏一生。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重點講授：成長型思維
1. 定型思維把失敗視為能力不足的證明
2. 成長型思維把失敗視為資訊的來源
3. 語言上的差異：「我不會」與「我還不會」
4. 讚美努力與策略，而非天分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重點講授：個人知識管理系統
1. 四個環節：擷取、整理、萃取、產出
2. 只收集而不整理，等於沒有收集
3. 定期回顧的價值高於持續新增
4. 以輸出驅動輸入：為了要寫，才會真的讀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重點講授：職場韌性的來源
1. 韌性不是不受影響，而是恢復得比較快
2. 三個來源：可控感、支持網絡、意義感
3. 區分可控與不可控，把精力放在可控的部分
4. 穩定的學習節奏，勝過短期衝刺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活動：個人學習系統設計
1. 選定一項工具，設計從擷取到產出的流程
2. 訂出每週固定的回顧時間並寫入行事曆
3. 小組互評：這套系統三個月後還撐得住嗎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課後討論題：面對技術快速更迭的焦慮感，你有哪些具體的方法或習慣來維持穩定的學習步調？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打造終身學習系統與職場強韌適應力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Lifelong Learning Systems and Resilience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học tập suốt đời và khả năng phục hồi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學得快的人贏一時，學得久的人贏一生。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說明成長型思維與定型思維的差異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建構個人知識管理系統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培養面對變動時的心理韌性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成長型思維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Mindset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duy phát triển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定型思維把失敗視為能力不足的證明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成長型思維把失敗視為資訊的來源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語言上的差異：「我不會」與「我還不會」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讚美努力與策略，而非天分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個人知識管理系統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Knowledge Management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tri thức cá nhân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四個環節：擷取、整理、萃取、產出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只收集而不整理，等於沒有收集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定期回顧的價值高於持續新增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以輸出驅動輸入：為了要寫，才會真的讀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職場韌性的來源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Resilience Comes From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gốc của khả năng phục hồi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學得快的人贏一時，學得久的人贏一生。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韌性不是不受影響，而是恢復得比較快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三個來源：可控感、支持網絡、意義感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區分可控與不可控，把精力放在可控的部分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穩定的學習節奏，勝過短期衝刺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個人學習系統設計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選定一項工具，設計從擷取到產出的流程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訂出每週固定的回顧時間並寫入行事曆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小組互評：這套系統三個月後還撐得住嗎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評估自我的學習盲區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建構個人的終身學習架構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面對技術快速更迭的焦慮感，你有哪些具體的方法或習慣來維持穩定的學習步調？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學得快的人贏一時，學得久的人贏一生。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17 週</dc:title>
  <dc:subject>PptxGenJS Presentation</dc:subject>
  <dc:creator>敏實科技大學 餐飲管理系</dc:creator>
  <cp:lastModifiedBy>玉山 劉</cp:lastModifiedBy>
  <cp:revision>1</cp:revision>
  <dcterms:created xsi:type="dcterms:W3CDTF">2026-08-25T05:35:51Z</dcterms:created>
  <dcterms:modified xsi:type="dcterms:W3CDTF">2026-08-25T10:59:41Z</dcterms:modified>
</cp:coreProperties>
</file>